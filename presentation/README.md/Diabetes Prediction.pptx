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CBFDAF-F550-4103-A93A-0FB67E588C74}" v="457" dt="2026-07-22T10:29:33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al Rawat" userId="235e44ef63af4749" providerId="LiveId" clId="{3DA60296-4782-4F0E-B4E5-2B432C985655}"/>
    <pc:docChg chg="undo custSel addSld delSld modSld">
      <pc:chgData name="Sujal Rawat" userId="235e44ef63af4749" providerId="LiveId" clId="{3DA60296-4782-4F0E-B4E5-2B432C985655}" dt="2026-07-22T14:41:51.817" v="1288" actId="255"/>
      <pc:docMkLst>
        <pc:docMk/>
      </pc:docMkLst>
      <pc:sldChg chg="addSp modSp mod">
        <pc:chgData name="Sujal Rawat" userId="235e44ef63af4749" providerId="LiveId" clId="{3DA60296-4782-4F0E-B4E5-2B432C985655}" dt="2026-07-22T14:40:39.755" v="1285" actId="2711"/>
        <pc:sldMkLst>
          <pc:docMk/>
          <pc:sldMk cId="744961086" sldId="256"/>
        </pc:sldMkLst>
        <pc:spChg chg="mod">
          <ac:chgData name="Sujal Rawat" userId="235e44ef63af4749" providerId="LiveId" clId="{3DA60296-4782-4F0E-B4E5-2B432C985655}" dt="2026-07-22T14:40:39.755" v="1285" actId="2711"/>
          <ac:spMkLst>
            <pc:docMk/>
            <pc:sldMk cId="744961086" sldId="256"/>
            <ac:spMk id="5" creationId="{8CAB46EB-1092-8C92-5E14-603078AAA393}"/>
          </ac:spMkLst>
        </pc:spChg>
        <pc:spChg chg="add mod">
          <ac:chgData name="Sujal Rawat" userId="235e44ef63af4749" providerId="LiveId" clId="{3DA60296-4782-4F0E-B4E5-2B432C985655}" dt="2026-07-22T10:29:28.308" v="1091" actId="33987"/>
          <ac:spMkLst>
            <pc:docMk/>
            <pc:sldMk cId="744961086" sldId="256"/>
            <ac:spMk id="26" creationId="{F755A505-93F4-36D0-40A5-4833E20E0B8F}"/>
          </ac:spMkLst>
        </pc:spChg>
        <pc:picChg chg="ord">
          <ac:chgData name="Sujal Rawat" userId="235e44ef63af4749" providerId="LiveId" clId="{3DA60296-4782-4F0E-B4E5-2B432C985655}" dt="2026-07-22T14:38:49.483" v="1175" actId="167"/>
          <ac:picMkLst>
            <pc:docMk/>
            <pc:sldMk cId="744961086" sldId="256"/>
            <ac:picMk id="19" creationId="{AC84E1FF-7602-A1EE-82EE-E6B9C0C9D342}"/>
          </ac:picMkLst>
        </pc:picChg>
      </pc:sldChg>
      <pc:sldChg chg="modSp mod">
        <pc:chgData name="Sujal Rawat" userId="235e44ef63af4749" providerId="LiveId" clId="{3DA60296-4782-4F0E-B4E5-2B432C985655}" dt="2026-07-22T14:28:25.572" v="1159" actId="20577"/>
        <pc:sldMkLst>
          <pc:docMk/>
          <pc:sldMk cId="733099864" sldId="257"/>
        </pc:sldMkLst>
        <pc:spChg chg="mod">
          <ac:chgData name="Sujal Rawat" userId="235e44ef63af4749" providerId="LiveId" clId="{3DA60296-4782-4F0E-B4E5-2B432C985655}" dt="2026-07-22T08:47:11.837" v="19"/>
          <ac:spMkLst>
            <pc:docMk/>
            <pc:sldMk cId="733099864" sldId="257"/>
            <ac:spMk id="2" creationId="{568C302E-8315-5E11-897E-C500C1E1087A}"/>
          </ac:spMkLst>
        </pc:spChg>
        <pc:spChg chg="mod">
          <ac:chgData name="Sujal Rawat" userId="235e44ef63af4749" providerId="LiveId" clId="{3DA60296-4782-4F0E-B4E5-2B432C985655}" dt="2026-07-22T14:28:25.572" v="1159" actId="20577"/>
          <ac:spMkLst>
            <pc:docMk/>
            <pc:sldMk cId="733099864" sldId="257"/>
            <ac:spMk id="3" creationId="{E6003A86-A321-7CF8-C392-B757B4A24862}"/>
          </ac:spMkLst>
        </pc:spChg>
      </pc:sldChg>
      <pc:sldChg chg="modSp">
        <pc:chgData name="Sujal Rawat" userId="235e44ef63af4749" providerId="LiveId" clId="{3DA60296-4782-4F0E-B4E5-2B432C985655}" dt="2026-07-22T08:47:11.837" v="19"/>
        <pc:sldMkLst>
          <pc:docMk/>
          <pc:sldMk cId="3387915912" sldId="258"/>
        </pc:sldMkLst>
        <pc:spChg chg="mod">
          <ac:chgData name="Sujal Rawat" userId="235e44ef63af4749" providerId="LiveId" clId="{3DA60296-4782-4F0E-B4E5-2B432C985655}" dt="2026-07-22T08:47:11.837" v="19"/>
          <ac:spMkLst>
            <pc:docMk/>
            <pc:sldMk cId="3387915912" sldId="258"/>
            <ac:spMk id="3" creationId="{FAA9459C-C016-60FD-C963-542AAFE62828}"/>
          </ac:spMkLst>
        </pc:spChg>
        <pc:spChg chg="mod">
          <ac:chgData name="Sujal Rawat" userId="235e44ef63af4749" providerId="LiveId" clId="{3DA60296-4782-4F0E-B4E5-2B432C985655}" dt="2026-07-22T08:47:11.837" v="19"/>
          <ac:spMkLst>
            <pc:docMk/>
            <pc:sldMk cId="3387915912" sldId="258"/>
            <ac:spMk id="4" creationId="{367031E7-C39A-D748-2E64-80D19CD46BA7}"/>
          </ac:spMkLst>
        </pc:spChg>
      </pc:sldChg>
      <pc:sldChg chg="modSp">
        <pc:chgData name="Sujal Rawat" userId="235e44ef63af4749" providerId="LiveId" clId="{3DA60296-4782-4F0E-B4E5-2B432C985655}" dt="2026-07-22T08:47:11.837" v="19"/>
        <pc:sldMkLst>
          <pc:docMk/>
          <pc:sldMk cId="2079412039" sldId="259"/>
        </pc:sldMkLst>
        <pc:spChg chg="mod">
          <ac:chgData name="Sujal Rawat" userId="235e44ef63af4749" providerId="LiveId" clId="{3DA60296-4782-4F0E-B4E5-2B432C985655}" dt="2026-07-22T08:47:11.837" v="19"/>
          <ac:spMkLst>
            <pc:docMk/>
            <pc:sldMk cId="2079412039" sldId="259"/>
            <ac:spMk id="2" creationId="{4942E432-51E3-4D63-129C-A9D79043B5DE}"/>
          </ac:spMkLst>
        </pc:spChg>
      </pc:sldChg>
      <pc:sldChg chg="modSp mod">
        <pc:chgData name="Sujal Rawat" userId="235e44ef63af4749" providerId="LiveId" clId="{3DA60296-4782-4F0E-B4E5-2B432C985655}" dt="2026-07-22T14:41:51.817" v="1288" actId="255"/>
        <pc:sldMkLst>
          <pc:docMk/>
          <pc:sldMk cId="3020733064" sldId="261"/>
        </pc:sldMkLst>
        <pc:spChg chg="mod">
          <ac:chgData name="Sujal Rawat" userId="235e44ef63af4749" providerId="LiveId" clId="{3DA60296-4782-4F0E-B4E5-2B432C985655}" dt="2026-07-22T14:41:51.817" v="1288" actId="255"/>
          <ac:spMkLst>
            <pc:docMk/>
            <pc:sldMk cId="3020733064" sldId="261"/>
            <ac:spMk id="2" creationId="{51A144C2-8C56-AD1F-D217-80D71106D703}"/>
          </ac:spMkLst>
        </pc:spChg>
        <pc:spChg chg="mod">
          <ac:chgData name="Sujal Rawat" userId="235e44ef63af4749" providerId="LiveId" clId="{3DA60296-4782-4F0E-B4E5-2B432C985655}" dt="2026-07-22T14:41:44.317" v="1287" actId="1076"/>
          <ac:spMkLst>
            <pc:docMk/>
            <pc:sldMk cId="3020733064" sldId="261"/>
            <ac:spMk id="11" creationId="{047FFC93-CFEB-D1D4-4EBD-AE585F462AC7}"/>
          </ac:spMkLst>
        </pc:spChg>
      </pc:sldChg>
      <pc:sldChg chg="addSp delSp add del mod">
        <pc:chgData name="Sujal Rawat" userId="235e44ef63af4749" providerId="LiveId" clId="{3DA60296-4782-4F0E-B4E5-2B432C985655}" dt="2026-07-22T08:43:52.464" v="9" actId="2696"/>
        <pc:sldMkLst>
          <pc:docMk/>
          <pc:sldMk cId="557329226" sldId="262"/>
        </pc:sldMkLst>
        <pc:spChg chg="add del">
          <ac:chgData name="Sujal Rawat" userId="235e44ef63af4749" providerId="LiveId" clId="{3DA60296-4782-4F0E-B4E5-2B432C985655}" dt="2026-07-22T08:42:19.174" v="3" actId="22"/>
          <ac:spMkLst>
            <pc:docMk/>
            <pc:sldMk cId="557329226" sldId="262"/>
            <ac:spMk id="4" creationId="{7804A3DA-FCF1-1F6B-A62A-40080B44CB44}"/>
          </ac:spMkLst>
        </pc:spChg>
      </pc:sldChg>
      <pc:sldChg chg="modSp add mod">
        <pc:chgData name="Sujal Rawat" userId="235e44ef63af4749" providerId="LiveId" clId="{3DA60296-4782-4F0E-B4E5-2B432C985655}" dt="2026-07-22T08:47:43.839" v="25" actId="14100"/>
        <pc:sldMkLst>
          <pc:docMk/>
          <pc:sldMk cId="1563793696" sldId="262"/>
        </pc:sldMkLst>
        <pc:picChg chg="mod">
          <ac:chgData name="Sujal Rawat" userId="235e44ef63af4749" providerId="LiveId" clId="{3DA60296-4782-4F0E-B4E5-2B432C985655}" dt="2026-07-22T08:47:43.839" v="25" actId="14100"/>
          <ac:picMkLst>
            <pc:docMk/>
            <pc:sldMk cId="1563793696" sldId="262"/>
            <ac:picMk id="2" creationId="{00000000-0000-0000-0000-000000000000}"/>
          </ac:picMkLst>
        </pc:picChg>
      </pc:sldChg>
      <pc:sldChg chg="modSp add mod">
        <pc:chgData name="Sujal Rawat" userId="235e44ef63af4749" providerId="LiveId" clId="{3DA60296-4782-4F0E-B4E5-2B432C985655}" dt="2026-07-22T08:48:01.106" v="27" actId="14100"/>
        <pc:sldMkLst>
          <pc:docMk/>
          <pc:sldMk cId="3088193065" sldId="263"/>
        </pc:sldMkLst>
        <pc:picChg chg="mod">
          <ac:chgData name="Sujal Rawat" userId="235e44ef63af4749" providerId="LiveId" clId="{3DA60296-4782-4F0E-B4E5-2B432C985655}" dt="2026-07-22T08:48:01.106" v="27" actId="14100"/>
          <ac:picMkLst>
            <pc:docMk/>
            <pc:sldMk cId="3088193065" sldId="263"/>
            <ac:picMk id="2" creationId="{00000000-0000-0000-0000-000000000000}"/>
          </ac:picMkLst>
        </pc:picChg>
      </pc:sldChg>
      <pc:sldChg chg="addSp modSp new del mod">
        <pc:chgData name="Sujal Rawat" userId="235e44ef63af4749" providerId="LiveId" clId="{3DA60296-4782-4F0E-B4E5-2B432C985655}" dt="2026-07-22T08:46:58.461" v="17" actId="47"/>
        <pc:sldMkLst>
          <pc:docMk/>
          <pc:sldMk cId="438340628" sldId="264"/>
        </pc:sldMkLst>
        <pc:picChg chg="add mod">
          <ac:chgData name="Sujal Rawat" userId="235e44ef63af4749" providerId="LiveId" clId="{3DA60296-4782-4F0E-B4E5-2B432C985655}" dt="2026-07-22T08:46:46.272" v="16" actId="207"/>
          <ac:picMkLst>
            <pc:docMk/>
            <pc:sldMk cId="438340628" sldId="264"/>
            <ac:picMk id="3" creationId="{81649D9C-91AB-14AA-9977-C6F32B5FCD3B}"/>
          </ac:picMkLst>
        </pc:picChg>
      </pc:sldChg>
      <pc:sldChg chg="addSp delSp modSp new mod setBg">
        <pc:chgData name="Sujal Rawat" userId="235e44ef63af4749" providerId="LiveId" clId="{3DA60296-4782-4F0E-B4E5-2B432C985655}" dt="2026-07-22T09:14:08.701" v="538" actId="167"/>
        <pc:sldMkLst>
          <pc:docMk/>
          <pc:sldMk cId="1525541269" sldId="264"/>
        </pc:sldMkLst>
        <pc:spChg chg="mod">
          <ac:chgData name="Sujal Rawat" userId="235e44ef63af4749" providerId="LiveId" clId="{3DA60296-4782-4F0E-B4E5-2B432C985655}" dt="2026-07-22T09:01:19.484" v="139" actId="255"/>
          <ac:spMkLst>
            <pc:docMk/>
            <pc:sldMk cId="1525541269" sldId="264"/>
            <ac:spMk id="2" creationId="{9455C4A3-7CBA-C053-FAAB-85F946C1B978}"/>
          </ac:spMkLst>
        </pc:spChg>
        <pc:spChg chg="mod">
          <ac:chgData name="Sujal Rawat" userId="235e44ef63af4749" providerId="LiveId" clId="{3DA60296-4782-4F0E-B4E5-2B432C985655}" dt="2026-07-22T09:06:17.770" v="324" actId="113"/>
          <ac:spMkLst>
            <pc:docMk/>
            <pc:sldMk cId="1525541269" sldId="264"/>
            <ac:spMk id="3" creationId="{DCA078F8-E06F-9BEB-23CA-2541FF44CF09}"/>
          </ac:spMkLst>
        </pc:spChg>
        <pc:spChg chg="mod">
          <ac:chgData name="Sujal Rawat" userId="235e44ef63af4749" providerId="LiveId" clId="{3DA60296-4782-4F0E-B4E5-2B432C985655}" dt="2026-07-22T09:06:26.310" v="325" actId="113"/>
          <ac:spMkLst>
            <pc:docMk/>
            <pc:sldMk cId="1525541269" sldId="264"/>
            <ac:spMk id="4" creationId="{72E12158-9255-9339-20D6-9DA7BA980879}"/>
          </ac:spMkLst>
        </pc:spChg>
        <pc:spChg chg="add mod">
          <ac:chgData name="Sujal Rawat" userId="235e44ef63af4749" providerId="LiveId" clId="{3DA60296-4782-4F0E-B4E5-2B432C985655}" dt="2026-07-22T09:06:59.970" v="329" actId="255"/>
          <ac:spMkLst>
            <pc:docMk/>
            <pc:sldMk cId="1525541269" sldId="264"/>
            <ac:spMk id="5" creationId="{4642B7E4-A643-CE0B-417E-08DD20F1BA9D}"/>
          </ac:spMkLst>
        </pc:spChg>
        <pc:spChg chg="add mod">
          <ac:chgData name="Sujal Rawat" userId="235e44ef63af4749" providerId="LiveId" clId="{3DA60296-4782-4F0E-B4E5-2B432C985655}" dt="2026-07-22T09:04:22.431" v="152" actId="14100"/>
          <ac:spMkLst>
            <pc:docMk/>
            <pc:sldMk cId="1525541269" sldId="264"/>
            <ac:spMk id="6" creationId="{98CD6536-6A63-3418-DF56-EC7EEAA18B2C}"/>
          </ac:spMkLst>
        </pc:spChg>
        <pc:spChg chg="add del mod">
          <ac:chgData name="Sujal Rawat" userId="235e44ef63af4749" providerId="LiveId" clId="{3DA60296-4782-4F0E-B4E5-2B432C985655}" dt="2026-07-22T09:12:43.323" v="532" actId="478"/>
          <ac:spMkLst>
            <pc:docMk/>
            <pc:sldMk cId="1525541269" sldId="264"/>
            <ac:spMk id="9" creationId="{94118BF4-674C-6652-7F0E-2F6722B7A5A0}"/>
          </ac:spMkLst>
        </pc:spChg>
        <pc:picChg chg="add del mod">
          <ac:chgData name="Sujal Rawat" userId="235e44ef63af4749" providerId="LiveId" clId="{3DA60296-4782-4F0E-B4E5-2B432C985655}" dt="2026-07-22T09:12:43.323" v="532" actId="478"/>
          <ac:picMkLst>
            <pc:docMk/>
            <pc:sldMk cId="1525541269" sldId="264"/>
            <ac:picMk id="8" creationId="{CDC9C22B-279E-CF3F-DC8F-651F04572DBC}"/>
          </ac:picMkLst>
        </pc:picChg>
        <pc:picChg chg="add mod ord">
          <ac:chgData name="Sujal Rawat" userId="235e44ef63af4749" providerId="LiveId" clId="{3DA60296-4782-4F0E-B4E5-2B432C985655}" dt="2026-07-22T09:14:08.701" v="538" actId="167"/>
          <ac:picMkLst>
            <pc:docMk/>
            <pc:sldMk cId="1525541269" sldId="264"/>
            <ac:picMk id="11" creationId="{79D2C890-A597-0D0B-3C20-96D87D966745}"/>
          </ac:picMkLst>
        </pc:picChg>
      </pc:sldChg>
      <pc:sldChg chg="modSp new del mod">
        <pc:chgData name="Sujal Rawat" userId="235e44ef63af4749" providerId="LiveId" clId="{3DA60296-4782-4F0E-B4E5-2B432C985655}" dt="2026-07-22T09:19:51.662" v="597" actId="47"/>
        <pc:sldMkLst>
          <pc:docMk/>
          <pc:sldMk cId="44402508" sldId="265"/>
        </pc:sldMkLst>
        <pc:spChg chg="mod">
          <ac:chgData name="Sujal Rawat" userId="235e44ef63af4749" providerId="LiveId" clId="{3DA60296-4782-4F0E-B4E5-2B432C985655}" dt="2026-07-22T09:19:45.690" v="596" actId="20577"/>
          <ac:spMkLst>
            <pc:docMk/>
            <pc:sldMk cId="44402508" sldId="265"/>
            <ac:spMk id="2" creationId="{81B90D4B-793A-779D-F29F-E4DCCDC65992}"/>
          </ac:spMkLst>
        </pc:spChg>
      </pc:sldChg>
      <pc:sldChg chg="delSp modSp new del mod">
        <pc:chgData name="Sujal Rawat" userId="235e44ef63af4749" providerId="LiveId" clId="{3DA60296-4782-4F0E-B4E5-2B432C985655}" dt="2026-07-22T09:16:24.160" v="547" actId="47"/>
        <pc:sldMkLst>
          <pc:docMk/>
          <pc:sldMk cId="1935481540" sldId="265"/>
        </pc:sldMkLst>
        <pc:spChg chg="mod">
          <ac:chgData name="Sujal Rawat" userId="235e44ef63af4749" providerId="LiveId" clId="{3DA60296-4782-4F0E-B4E5-2B432C985655}" dt="2026-07-22T09:16:11.903" v="544" actId="14100"/>
          <ac:spMkLst>
            <pc:docMk/>
            <pc:sldMk cId="1935481540" sldId="265"/>
            <ac:spMk id="2" creationId="{A4B47157-93AE-8410-692F-D3E29DA24268}"/>
          </ac:spMkLst>
        </pc:spChg>
        <pc:spChg chg="del mod">
          <ac:chgData name="Sujal Rawat" userId="235e44ef63af4749" providerId="LiveId" clId="{3DA60296-4782-4F0E-B4E5-2B432C985655}" dt="2026-07-22T09:16:22.054" v="546" actId="478"/>
          <ac:spMkLst>
            <pc:docMk/>
            <pc:sldMk cId="1935481540" sldId="265"/>
            <ac:spMk id="3" creationId="{BFAF0479-D884-81BE-E97E-A4BEA88B44E2}"/>
          </ac:spMkLst>
        </pc:spChg>
      </pc:sldChg>
      <pc:sldChg chg="new del">
        <pc:chgData name="Sujal Rawat" userId="235e44ef63af4749" providerId="LiveId" clId="{3DA60296-4782-4F0E-B4E5-2B432C985655}" dt="2026-07-22T08:44:30.837" v="15" actId="47"/>
        <pc:sldMkLst>
          <pc:docMk/>
          <pc:sldMk cId="3546348641" sldId="265"/>
        </pc:sldMkLst>
      </pc:sldChg>
      <pc:sldChg chg="modSp new mod">
        <pc:chgData name="Sujal Rawat" userId="235e44ef63af4749" providerId="LiveId" clId="{3DA60296-4782-4F0E-B4E5-2B432C985655}" dt="2026-07-22T10:03:13.866" v="969" actId="255"/>
        <pc:sldMkLst>
          <pc:docMk/>
          <pc:sldMk cId="618490327" sldId="266"/>
        </pc:sldMkLst>
        <pc:spChg chg="mod">
          <ac:chgData name="Sujal Rawat" userId="235e44ef63af4749" providerId="LiveId" clId="{3DA60296-4782-4F0E-B4E5-2B432C985655}" dt="2026-07-22T09:28:11.584" v="743" actId="14100"/>
          <ac:spMkLst>
            <pc:docMk/>
            <pc:sldMk cId="618490327" sldId="266"/>
            <ac:spMk id="2" creationId="{136FEB69-3211-65A4-8371-9572B1FB7339}"/>
          </ac:spMkLst>
        </pc:spChg>
        <pc:spChg chg="mod">
          <ac:chgData name="Sujal Rawat" userId="235e44ef63af4749" providerId="LiveId" clId="{3DA60296-4782-4F0E-B4E5-2B432C985655}" dt="2026-07-22T10:03:13.866" v="969" actId="255"/>
          <ac:spMkLst>
            <pc:docMk/>
            <pc:sldMk cId="618490327" sldId="266"/>
            <ac:spMk id="3" creationId="{37809BAC-15B0-CD13-7F9D-9CB28CF6E1E3}"/>
          </ac:spMkLst>
        </pc:spChg>
      </pc:sldChg>
      <pc:sldChg chg="add del">
        <pc:chgData name="Sujal Rawat" userId="235e44ef63af4749" providerId="LiveId" clId="{3DA60296-4782-4F0E-B4E5-2B432C985655}" dt="2026-07-22T08:44:17.228" v="13" actId="47"/>
        <pc:sldMkLst>
          <pc:docMk/>
          <pc:sldMk cId="1086281095" sldId="266"/>
        </pc:sldMkLst>
      </pc:sldChg>
      <pc:sldChg chg="new del">
        <pc:chgData name="Sujal Rawat" userId="235e44ef63af4749" providerId="LiveId" clId="{3DA60296-4782-4F0E-B4E5-2B432C985655}" dt="2026-07-22T09:49:54.731" v="872" actId="47"/>
        <pc:sldMkLst>
          <pc:docMk/>
          <pc:sldMk cId="1144039571" sldId="267"/>
        </pc:sldMkLst>
      </pc:sldChg>
      <pc:sldChg chg="addSp delSp modSp new del mod">
        <pc:chgData name="Sujal Rawat" userId="235e44ef63af4749" providerId="LiveId" clId="{3DA60296-4782-4F0E-B4E5-2B432C985655}" dt="2026-07-22T09:38:00.360" v="763" actId="47"/>
        <pc:sldMkLst>
          <pc:docMk/>
          <pc:sldMk cId="2169646585" sldId="267"/>
        </pc:sldMkLst>
        <pc:spChg chg="mod">
          <ac:chgData name="Sujal Rawat" userId="235e44ef63af4749" providerId="LiveId" clId="{3DA60296-4782-4F0E-B4E5-2B432C985655}" dt="2026-07-22T09:35:48.459" v="755" actId="14100"/>
          <ac:spMkLst>
            <pc:docMk/>
            <pc:sldMk cId="2169646585" sldId="267"/>
            <ac:spMk id="2" creationId="{D8997BD2-5286-6F89-8676-E3C772E37CC5}"/>
          </ac:spMkLst>
        </pc:spChg>
        <pc:picChg chg="add del mod">
          <ac:chgData name="Sujal Rawat" userId="235e44ef63af4749" providerId="LiveId" clId="{3DA60296-4782-4F0E-B4E5-2B432C985655}" dt="2026-07-22T09:35:59.924" v="757" actId="478"/>
          <ac:picMkLst>
            <pc:docMk/>
            <pc:sldMk cId="2169646585" sldId="267"/>
            <ac:picMk id="4" creationId="{C065D00B-F0BB-9904-2239-E0AAB86DF188}"/>
          </ac:picMkLst>
        </pc:picChg>
        <pc:picChg chg="add del mod">
          <ac:chgData name="Sujal Rawat" userId="235e44ef63af4749" providerId="LiveId" clId="{3DA60296-4782-4F0E-B4E5-2B432C985655}" dt="2026-07-22T09:37:57.015" v="762" actId="478"/>
          <ac:picMkLst>
            <pc:docMk/>
            <pc:sldMk cId="2169646585" sldId="267"/>
            <ac:picMk id="6" creationId="{9697184B-90EE-2D26-9ED1-AB76A3084990}"/>
          </ac:picMkLst>
        </pc:picChg>
      </pc:sldChg>
      <pc:sldChg chg="addSp delSp modSp new mod">
        <pc:chgData name="Sujal Rawat" userId="235e44ef63af4749" providerId="LiveId" clId="{3DA60296-4782-4F0E-B4E5-2B432C985655}" dt="2026-07-22T09:46:54.856" v="859" actId="33987"/>
        <pc:sldMkLst>
          <pc:docMk/>
          <pc:sldMk cId="542721816" sldId="268"/>
        </pc:sldMkLst>
        <pc:spChg chg="del">
          <ac:chgData name="Sujal Rawat" userId="235e44ef63af4749" providerId="LiveId" clId="{3DA60296-4782-4F0E-B4E5-2B432C985655}" dt="2026-07-22T09:38:54.572" v="767" actId="21"/>
          <ac:spMkLst>
            <pc:docMk/>
            <pc:sldMk cId="542721816" sldId="268"/>
            <ac:spMk id="2" creationId="{A1298951-9DDF-3E68-C371-ADCFDCF516B2}"/>
          </ac:spMkLst>
        </pc:spChg>
        <pc:spChg chg="del">
          <ac:chgData name="Sujal Rawat" userId="235e44ef63af4749" providerId="LiveId" clId="{3DA60296-4782-4F0E-B4E5-2B432C985655}" dt="2026-07-22T09:38:43.798" v="766" actId="21"/>
          <ac:spMkLst>
            <pc:docMk/>
            <pc:sldMk cId="542721816" sldId="268"/>
            <ac:spMk id="3" creationId="{B342E67F-9147-F1AD-53AC-31FFB23BC762}"/>
          </ac:spMkLst>
        </pc:spChg>
        <pc:spChg chg="add del mod">
          <ac:chgData name="Sujal Rawat" userId="235e44ef63af4749" providerId="LiveId" clId="{3DA60296-4782-4F0E-B4E5-2B432C985655}" dt="2026-07-22T09:42:34.254" v="796" actId="931"/>
          <ac:spMkLst>
            <pc:docMk/>
            <pc:sldMk cId="542721816" sldId="268"/>
            <ac:spMk id="4" creationId="{20875910-6EDB-1C79-5844-51A286BAEFCD}"/>
          </ac:spMkLst>
        </pc:spChg>
        <pc:spChg chg="mod">
          <ac:chgData name="Sujal Rawat" userId="235e44ef63af4749" providerId="LiveId" clId="{3DA60296-4782-4F0E-B4E5-2B432C985655}" dt="2026-07-22T09:45:03.129" v="822" actId="207"/>
          <ac:spMkLst>
            <pc:docMk/>
            <pc:sldMk cId="542721816" sldId="268"/>
            <ac:spMk id="5" creationId="{822D094C-9BBC-4AF7-D32A-D5B86C29F9CD}"/>
          </ac:spMkLst>
        </pc:spChg>
        <pc:spChg chg="del">
          <ac:chgData name="Sujal Rawat" userId="235e44ef63af4749" providerId="LiveId" clId="{3DA60296-4782-4F0E-B4E5-2B432C985655}" dt="2026-07-22T09:39:07.034" v="768" actId="21"/>
          <ac:spMkLst>
            <pc:docMk/>
            <pc:sldMk cId="542721816" sldId="268"/>
            <ac:spMk id="6" creationId="{769673C9-D8C5-707F-2FB1-6068B011D6D9}"/>
          </ac:spMkLst>
        </pc:spChg>
        <pc:spChg chg="del">
          <ac:chgData name="Sujal Rawat" userId="235e44ef63af4749" providerId="LiveId" clId="{3DA60296-4782-4F0E-B4E5-2B432C985655}" dt="2026-07-22T09:40:13.123" v="779" actId="931"/>
          <ac:spMkLst>
            <pc:docMk/>
            <pc:sldMk cId="542721816" sldId="268"/>
            <ac:spMk id="7" creationId="{68EA473A-32DB-69F8-9FC6-57FA5B79F230}"/>
          </ac:spMkLst>
        </pc:spChg>
        <pc:spChg chg="mod">
          <ac:chgData name="Sujal Rawat" userId="235e44ef63af4749" providerId="LiveId" clId="{3DA60296-4782-4F0E-B4E5-2B432C985655}" dt="2026-07-22T09:46:00.754" v="846" actId="14100"/>
          <ac:spMkLst>
            <pc:docMk/>
            <pc:sldMk cId="542721816" sldId="268"/>
            <ac:spMk id="8" creationId="{72597A0C-13F5-BB98-CF5C-803F881C16CD}"/>
          </ac:spMkLst>
        </pc:spChg>
        <pc:spChg chg="del">
          <ac:chgData name="Sujal Rawat" userId="235e44ef63af4749" providerId="LiveId" clId="{3DA60296-4782-4F0E-B4E5-2B432C985655}" dt="2026-07-22T09:39:18.347" v="769" actId="21"/>
          <ac:spMkLst>
            <pc:docMk/>
            <pc:sldMk cId="542721816" sldId="268"/>
            <ac:spMk id="9" creationId="{B694C234-3E28-5EF5-BC0D-9E11929B90D7}"/>
          </ac:spMkLst>
        </pc:spChg>
        <pc:spChg chg="del mod">
          <ac:chgData name="Sujal Rawat" userId="235e44ef63af4749" providerId="LiveId" clId="{3DA60296-4782-4F0E-B4E5-2B432C985655}" dt="2026-07-22T09:41:27.841" v="788" actId="931"/>
          <ac:spMkLst>
            <pc:docMk/>
            <pc:sldMk cId="542721816" sldId="268"/>
            <ac:spMk id="10" creationId="{3E3B1383-EEE5-FE2E-4314-0CD5AFF0A054}"/>
          </ac:spMkLst>
        </pc:spChg>
        <pc:spChg chg="mod">
          <ac:chgData name="Sujal Rawat" userId="235e44ef63af4749" providerId="LiveId" clId="{3DA60296-4782-4F0E-B4E5-2B432C985655}" dt="2026-07-22T09:46:25.838" v="857" actId="207"/>
          <ac:spMkLst>
            <pc:docMk/>
            <pc:sldMk cId="542721816" sldId="268"/>
            <ac:spMk id="11" creationId="{84636E69-E2A2-218C-EAA4-8F4AF7DBD8A0}"/>
          </ac:spMkLst>
        </pc:spChg>
        <pc:spChg chg="add mod">
          <ac:chgData name="Sujal Rawat" userId="235e44ef63af4749" providerId="LiveId" clId="{3DA60296-4782-4F0E-B4E5-2B432C985655}" dt="2026-07-22T09:46:54.856" v="859" actId="33987"/>
          <ac:spMkLst>
            <pc:docMk/>
            <pc:sldMk cId="542721816" sldId="268"/>
            <ac:spMk id="20" creationId="{C218858F-37D9-48AA-1E0F-D065A357E227}"/>
          </ac:spMkLst>
        </pc:spChg>
        <pc:picChg chg="add del mod ord">
          <ac:chgData name="Sujal Rawat" userId="235e44ef63af4749" providerId="LiveId" clId="{3DA60296-4782-4F0E-B4E5-2B432C985655}" dt="2026-07-22T09:39:52.350" v="778" actId="931"/>
          <ac:picMkLst>
            <pc:docMk/>
            <pc:sldMk cId="542721816" sldId="268"/>
            <ac:picMk id="13" creationId="{C2AB4738-2BD1-556B-5F49-5C224DD60A09}"/>
          </ac:picMkLst>
        </pc:picChg>
        <pc:picChg chg="add mod ord modCrop">
          <ac:chgData name="Sujal Rawat" userId="235e44ef63af4749" providerId="LiveId" clId="{3DA60296-4782-4F0E-B4E5-2B432C985655}" dt="2026-07-22T09:43:31.219" v="805" actId="14861"/>
          <ac:picMkLst>
            <pc:docMk/>
            <pc:sldMk cId="542721816" sldId="268"/>
            <ac:picMk id="15" creationId="{D34AD959-4C83-E127-BDBF-D0D5DBCEFB2D}"/>
          </ac:picMkLst>
        </pc:picChg>
        <pc:picChg chg="add mod ord modCrop">
          <ac:chgData name="Sujal Rawat" userId="235e44ef63af4749" providerId="LiveId" clId="{3DA60296-4782-4F0E-B4E5-2B432C985655}" dt="2026-07-22T09:44:01.530" v="808" actId="14861"/>
          <ac:picMkLst>
            <pc:docMk/>
            <pc:sldMk cId="542721816" sldId="268"/>
            <ac:picMk id="17" creationId="{73B94D84-3964-15D5-93A0-C06031A1F3F9}"/>
          </ac:picMkLst>
        </pc:picChg>
        <pc:picChg chg="add mod ord modCrop">
          <ac:chgData name="Sujal Rawat" userId="235e44ef63af4749" providerId="LiveId" clId="{3DA60296-4782-4F0E-B4E5-2B432C985655}" dt="2026-07-22T09:44:25.166" v="811" actId="732"/>
          <ac:picMkLst>
            <pc:docMk/>
            <pc:sldMk cId="542721816" sldId="268"/>
            <ac:picMk id="19" creationId="{7AB6558E-E116-A8A0-FFCD-081108B45773}"/>
          </ac:picMkLst>
        </pc:picChg>
      </pc:sldChg>
      <pc:sldChg chg="addSp delSp modSp new mod modClrScheme chgLayout">
        <pc:chgData name="Sujal Rawat" userId="235e44ef63af4749" providerId="LiveId" clId="{3DA60296-4782-4F0E-B4E5-2B432C985655}" dt="2026-07-22T09:59:48.863" v="958" actId="1076"/>
        <pc:sldMkLst>
          <pc:docMk/>
          <pc:sldMk cId="3859434038" sldId="269"/>
        </pc:sldMkLst>
        <pc:spChg chg="del mod ord">
          <ac:chgData name="Sujal Rawat" userId="235e44ef63af4749" providerId="LiveId" clId="{3DA60296-4782-4F0E-B4E5-2B432C985655}" dt="2026-07-22T09:47:35.015" v="861" actId="700"/>
          <ac:spMkLst>
            <pc:docMk/>
            <pc:sldMk cId="3859434038" sldId="269"/>
            <ac:spMk id="2" creationId="{1C96EE72-15FD-8367-0D62-868AE88C0DD3}"/>
          </ac:spMkLst>
        </pc:spChg>
        <pc:spChg chg="add mod ord">
          <ac:chgData name="Sujal Rawat" userId="235e44ef63af4749" providerId="LiveId" clId="{3DA60296-4782-4F0E-B4E5-2B432C985655}" dt="2026-07-22T09:53:04.874" v="900" actId="700"/>
          <ac:spMkLst>
            <pc:docMk/>
            <pc:sldMk cId="3859434038" sldId="269"/>
            <ac:spMk id="3" creationId="{FDF44DF7-358B-3655-CF90-711080D506F8}"/>
          </ac:spMkLst>
        </pc:spChg>
        <pc:spChg chg="add del mod ord">
          <ac:chgData name="Sujal Rawat" userId="235e44ef63af4749" providerId="LiveId" clId="{3DA60296-4782-4F0E-B4E5-2B432C985655}" dt="2026-07-22T09:53:04.874" v="900" actId="700"/>
          <ac:spMkLst>
            <pc:docMk/>
            <pc:sldMk cId="3859434038" sldId="269"/>
            <ac:spMk id="4" creationId="{571E534F-266F-17E5-C9BB-2C7A616AA320}"/>
          </ac:spMkLst>
        </pc:spChg>
        <pc:spChg chg="add mod ord">
          <ac:chgData name="Sujal Rawat" userId="235e44ef63af4749" providerId="LiveId" clId="{3DA60296-4782-4F0E-B4E5-2B432C985655}" dt="2026-07-22T09:59:15.890" v="957" actId="6549"/>
          <ac:spMkLst>
            <pc:docMk/>
            <pc:sldMk cId="3859434038" sldId="269"/>
            <ac:spMk id="5" creationId="{6C7E1A97-F74E-2CD1-D034-15C3E9E1FBAC}"/>
          </ac:spMkLst>
        </pc:spChg>
        <pc:spChg chg="add del mod ord">
          <ac:chgData name="Sujal Rawat" userId="235e44ef63af4749" providerId="LiveId" clId="{3DA60296-4782-4F0E-B4E5-2B432C985655}" dt="2026-07-22T09:58:17.157" v="949" actId="931"/>
          <ac:spMkLst>
            <pc:docMk/>
            <pc:sldMk cId="3859434038" sldId="269"/>
            <ac:spMk id="6" creationId="{D4E76B61-93B9-E03E-0CC7-D08C60FC594B}"/>
          </ac:spMkLst>
        </pc:spChg>
        <pc:picChg chg="add mod ord">
          <ac:chgData name="Sujal Rawat" userId="235e44ef63af4749" providerId="LiveId" clId="{3DA60296-4782-4F0E-B4E5-2B432C985655}" dt="2026-07-22T09:59:48.863" v="958" actId="1076"/>
          <ac:picMkLst>
            <pc:docMk/>
            <pc:sldMk cId="3859434038" sldId="269"/>
            <ac:picMk id="8" creationId="{6CC85579-8820-B387-760B-18F5D5C5F7AE}"/>
          </ac:picMkLst>
        </pc:picChg>
      </pc:sldChg>
      <pc:sldChg chg="addSp delSp modSp new mod setBg modClrScheme chgLayout">
        <pc:chgData name="Sujal Rawat" userId="235e44ef63af4749" providerId="LiveId" clId="{3DA60296-4782-4F0E-B4E5-2B432C985655}" dt="2026-07-22T10:19:48.622" v="1056"/>
        <pc:sldMkLst>
          <pc:docMk/>
          <pc:sldMk cId="3753929399" sldId="270"/>
        </pc:sldMkLst>
        <pc:spChg chg="mod ord">
          <ac:chgData name="Sujal Rawat" userId="235e44ef63af4749" providerId="LiveId" clId="{3DA60296-4782-4F0E-B4E5-2B432C985655}" dt="2026-07-22T10:05:53.972" v="978" actId="700"/>
          <ac:spMkLst>
            <pc:docMk/>
            <pc:sldMk cId="3753929399" sldId="270"/>
            <ac:spMk id="2" creationId="{B75ACDEE-35E7-7658-B4E7-1E7820C756F2}"/>
          </ac:spMkLst>
        </pc:spChg>
        <pc:spChg chg="del mod ord">
          <ac:chgData name="Sujal Rawat" userId="235e44ef63af4749" providerId="LiveId" clId="{3DA60296-4782-4F0E-B4E5-2B432C985655}" dt="2026-07-22T10:05:53.972" v="978" actId="700"/>
          <ac:spMkLst>
            <pc:docMk/>
            <pc:sldMk cId="3753929399" sldId="270"/>
            <ac:spMk id="3" creationId="{AE977AD2-9713-F738-09DC-2A7FA680B079}"/>
          </ac:spMkLst>
        </pc:spChg>
        <pc:spChg chg="add mod">
          <ac:chgData name="Sujal Rawat" userId="235e44ef63af4749" providerId="LiveId" clId="{3DA60296-4782-4F0E-B4E5-2B432C985655}" dt="2026-07-22T10:05:01.590" v="974" actId="33987"/>
          <ac:spMkLst>
            <pc:docMk/>
            <pc:sldMk cId="3753929399" sldId="270"/>
            <ac:spMk id="4" creationId="{4D96220B-1956-8B26-1667-A2001BFA1669}"/>
          </ac:spMkLst>
        </pc:spChg>
        <pc:spChg chg="add mod ord">
          <ac:chgData name="Sujal Rawat" userId="235e44ef63af4749" providerId="LiveId" clId="{3DA60296-4782-4F0E-B4E5-2B432C985655}" dt="2026-07-22T10:09:05.995" v="1007" actId="207"/>
          <ac:spMkLst>
            <pc:docMk/>
            <pc:sldMk cId="3753929399" sldId="270"/>
            <ac:spMk id="5" creationId="{81C67701-405B-4832-50AE-00B2F81C86DD}"/>
          </ac:spMkLst>
        </pc:spChg>
        <pc:spChg chg="add mod ord">
          <ac:chgData name="Sujal Rawat" userId="235e44ef63af4749" providerId="LiveId" clId="{3DA60296-4782-4F0E-B4E5-2B432C985655}" dt="2026-07-22T10:10:44.694" v="1028" actId="207"/>
          <ac:spMkLst>
            <pc:docMk/>
            <pc:sldMk cId="3753929399" sldId="270"/>
            <ac:spMk id="6" creationId="{3FC31EEA-8966-D4E3-6FA4-245B7926C24B}"/>
          </ac:spMkLst>
        </pc:spChg>
        <pc:picChg chg="add del mod">
          <ac:chgData name="Sujal Rawat" userId="235e44ef63af4749" providerId="LiveId" clId="{3DA60296-4782-4F0E-B4E5-2B432C985655}" dt="2026-07-22T10:14:16.078" v="1030" actId="21"/>
          <ac:picMkLst>
            <pc:docMk/>
            <pc:sldMk cId="3753929399" sldId="270"/>
            <ac:picMk id="8" creationId="{D21ADBAA-9691-F82A-2FB4-260D7C413259}"/>
          </ac:picMkLst>
        </pc:picChg>
      </pc:sldChg>
      <pc:sldChg chg="addSp modSp new mod setBg">
        <pc:chgData name="Sujal Rawat" userId="235e44ef63af4749" providerId="LiveId" clId="{3DA60296-4782-4F0E-B4E5-2B432C985655}" dt="2026-07-22T10:26:22.145" v="1085" actId="14100"/>
        <pc:sldMkLst>
          <pc:docMk/>
          <pc:sldMk cId="396385579" sldId="271"/>
        </pc:sldMkLst>
        <pc:spChg chg="mod">
          <ac:chgData name="Sujal Rawat" userId="235e44ef63af4749" providerId="LiveId" clId="{3DA60296-4782-4F0E-B4E5-2B432C985655}" dt="2026-07-22T10:26:22.145" v="1085" actId="14100"/>
          <ac:spMkLst>
            <pc:docMk/>
            <pc:sldMk cId="396385579" sldId="271"/>
            <ac:spMk id="2" creationId="{C75B9A55-D389-6153-F5A9-4BB9D05A2DB2}"/>
          </ac:spMkLst>
        </pc:spChg>
        <pc:spChg chg="add mod">
          <ac:chgData name="Sujal Rawat" userId="235e44ef63af4749" providerId="LiveId" clId="{3DA60296-4782-4F0E-B4E5-2B432C985655}" dt="2026-07-22T10:22:18.983" v="1065" actId="33987"/>
          <ac:spMkLst>
            <pc:docMk/>
            <pc:sldMk cId="396385579" sldId="271"/>
            <ac:spMk id="3" creationId="{76DCA5F1-AE94-4640-B77D-A12006DBF9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837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154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03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50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830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19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921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78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1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347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188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3626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056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004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498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283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28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1559F53-77D7-41E0-BA86-F13CE2F992C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4B9CA-9FE9-4567-940A-2169CBC02B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0550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s.tely.ai/healthcare-medical/10-health-care-tech-innovations-transforming-patient-care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rawpixel.com/search/nursing%20care?page=1&amp;path=_topics&amp;sort=curated" TargetMode="Externa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iol312.opened.ca/diabetes-should-we-regenerate-or-produce-new-islets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openaccessgovernment.org/from-paper-based-healthcare-to-digital-excellence/198635/" TargetMode="External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iliconangle.com/2025/07/24/gupshup-raises-60m-expand-conversational-ai-messaging-platform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medicine" TargetMode="External"/><Relationship Id="rId2" Type="http://schemas.openxmlformats.org/officeDocument/2006/relationships/image" Target="../media/image18.1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312989&amp;picture=artificial-intelligence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C84E1FF-7602-A1EE-82EE-E6B9C0C9D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79281" y="3865634"/>
            <a:ext cx="2578636" cy="226568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B74B2D-BEE3-A7C9-E8EE-8560B46FD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840" y="924233"/>
            <a:ext cx="9547785" cy="2035277"/>
          </a:xfrm>
        </p:spPr>
        <p:txBody>
          <a:bodyPr>
            <a:scene3d>
              <a:camera prst="orthographicFront"/>
              <a:lightRig rig="threePt" dir="t"/>
            </a:scene3d>
            <a:sp3d extrusionH="57150">
              <a:bevelT h="25400" prst="softRound"/>
            </a:sp3d>
          </a:bodyPr>
          <a:lstStyle/>
          <a:p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Diabetes Prediction </a:t>
            </a:r>
            <a:br>
              <a:rPr lang="en-US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using Logistic Regression </a:t>
            </a:r>
            <a:endParaRPr lang="en-IN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>
                  <a:lumMod val="40000"/>
                  <a:lumOff val="6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CAB46EB-1092-8C92-5E14-603078AAA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322" y="3429000"/>
            <a:ext cx="8950959" cy="3138948"/>
          </a:xfrm>
          <a:noFill/>
          <a:ln>
            <a:noFill/>
          </a:ln>
          <a:effectLst/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A Machine Learning-based Health Care Prediction System </a:t>
            </a:r>
          </a:p>
          <a:p>
            <a:endParaRPr lang="en-IN" b="1" dirty="0">
              <a:solidFill>
                <a:schemeClr val="accent3">
                  <a:lumMod val="60000"/>
                  <a:lumOff val="40000"/>
                </a:schemeClr>
              </a:solidFill>
              <a:latin typeface="Aptos Display" panose="020B0004020202020204" pitchFamily="34" charset="0"/>
            </a:endParaRPr>
          </a:p>
          <a:p>
            <a:endParaRPr lang="en-IN" sz="2400" cap="none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Aptos Display" panose="020B0004020202020204" pitchFamily="34" charset="0"/>
            </a:endParaRP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 by: Khushi Rawat                     </a:t>
            </a:r>
            <a:r>
              <a:rPr lang="en-IN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Naviotech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Solution </a:t>
            </a:r>
            <a:r>
              <a:rPr lang="en-IN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Pvt.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LTD </a:t>
            </a:r>
            <a:r>
              <a:rPr lang="en-IN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B.Tech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Computer Science                                Academic Year: 2026</a:t>
            </a:r>
          </a:p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Engineering(AI &amp;ML)</a:t>
            </a:r>
          </a:p>
          <a:p>
            <a:endParaRPr lang="en-IN" sz="2400" cap="none" dirty="0">
              <a:ln>
                <a:solidFill>
                  <a:schemeClr val="tx1"/>
                </a:solidFill>
              </a:ln>
              <a:solidFill>
                <a:schemeClr val="tx1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  <a:p>
            <a:endParaRPr lang="en-IN" sz="2400" cap="none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87FB1E-7622-80F5-AFF3-EBBDE3DF4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495011" y="896457"/>
            <a:ext cx="3414416" cy="24130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71FE494-2043-B599-A9CA-41B828B799D2}"/>
              </a:ext>
            </a:extLst>
          </p:cNvPr>
          <p:cNvCxnSpPr>
            <a:cxnSpLocks/>
          </p:cNvCxnSpPr>
          <p:nvPr/>
        </p:nvCxnSpPr>
        <p:spPr>
          <a:xfrm>
            <a:off x="883920" y="3429000"/>
            <a:ext cx="89509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96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C302E-8315-5E11-897E-C500C1E1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  <a:br>
              <a:rPr lang="en-IN" b="1" dirty="0"/>
            </a:br>
            <a:r>
              <a:rPr lang="en-IN" sz="3200" b="1" dirty="0"/>
              <a:t>What is diabetes? </a:t>
            </a:r>
            <a:r>
              <a:rPr lang="en-IN" sz="32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03A86-A321-7CF8-C392-B757B4A24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1737360"/>
            <a:ext cx="9572333" cy="451103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3"/>
                </a:solidFill>
              </a:rPr>
              <a:t>Diabetes</a:t>
            </a:r>
            <a:r>
              <a:rPr lang="en-US" sz="2800" dirty="0"/>
              <a:t> is a chronic disease that affects the body ability to regulate </a:t>
            </a:r>
            <a:r>
              <a:rPr lang="en-US" sz="2800" b="1" dirty="0">
                <a:solidFill>
                  <a:schemeClr val="accent3"/>
                </a:solidFill>
              </a:rPr>
              <a:t>blood glucose </a:t>
            </a:r>
            <a:r>
              <a:rPr lang="en-US" sz="2800" dirty="0"/>
              <a:t>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It occurs when the body produces insufficient </a:t>
            </a:r>
            <a:r>
              <a:rPr lang="en-US" sz="2800" b="1" dirty="0">
                <a:solidFill>
                  <a:schemeClr val="accent3"/>
                </a:solidFill>
              </a:rPr>
              <a:t>insulin </a:t>
            </a:r>
            <a:r>
              <a:rPr lang="en-US" sz="2800" dirty="0"/>
              <a:t>or cannot effectively use the insulin it produces.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3"/>
                </a:solidFill>
              </a:rPr>
              <a:t> Early diagnosis</a:t>
            </a:r>
            <a:r>
              <a:rPr lang="en-US" sz="2800" dirty="0"/>
              <a:t> helps prevent serious health</a:t>
            </a:r>
          </a:p>
          <a:p>
            <a:pPr marL="0" indent="0">
              <a:buNone/>
            </a:pPr>
            <a:r>
              <a:rPr lang="en-US" sz="2800" dirty="0"/>
              <a:t>     complications such as:</a:t>
            </a:r>
          </a:p>
          <a:p>
            <a:pPr marL="0" indent="0">
              <a:buNone/>
            </a:pPr>
            <a:r>
              <a:rPr lang="en-US" sz="2800" dirty="0"/>
              <a:t>    heart disease, kidney damage</a:t>
            </a:r>
          </a:p>
          <a:p>
            <a:pPr marL="0" indent="0">
              <a:buNone/>
            </a:pPr>
            <a:r>
              <a:rPr lang="en-US" sz="2800" dirty="0"/>
              <a:t>     and vision loss 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4815B-380C-A50C-BE61-4E6D76094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60079" y="4171896"/>
            <a:ext cx="3649053" cy="2414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36492B-7D03-6D61-7D25-54F4432A8D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236659" y="258703"/>
            <a:ext cx="2627630" cy="147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99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5F5C-AD2A-3535-E60A-4BDF817C0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782320"/>
            <a:ext cx="9404723" cy="1070928"/>
          </a:xfrm>
        </p:spPr>
        <p:txBody>
          <a:bodyPr/>
          <a:lstStyle/>
          <a:p>
            <a:r>
              <a:rPr lang="en-IN" sz="3600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9459C-C016-60FD-C963-542AAFE628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Millions of people remain undiagnosed until serious complications develop.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Manual diagnosis can be time-consuming and may delay treatment.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Early prediction using Machine Learning can support timely clinical decision-making.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031E7-C39A-D748-2E64-80D19CD46B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Predict diabetes using patient health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Develop a Logistic Regression model.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Improve early disease detection.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Support healthcare professionals in decision-making.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8791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E432-51E3-4D63-129C-A9D79043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Dataset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3CCD0-359C-5525-CFCD-4688EDF31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1330961"/>
            <a:ext cx="4396339" cy="4925378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Dataset overview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Source</a:t>
            </a:r>
            <a:r>
              <a:rPr lang="en-IN" sz="2400" dirty="0">
                <a:solidFill>
                  <a:schemeClr val="bg1"/>
                </a:solidFill>
              </a:rPr>
              <a:t>: </a:t>
            </a:r>
            <a:r>
              <a:rPr lang="en-IN" sz="2000" dirty="0"/>
              <a:t>Kaggle (PIMA Indians Diabetes Dataset)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Total Records:</a:t>
            </a:r>
            <a:r>
              <a:rPr lang="en-IN" b="1" dirty="0">
                <a:solidFill>
                  <a:schemeClr val="bg1"/>
                </a:solidFill>
              </a:rPr>
              <a:t> </a:t>
            </a:r>
            <a:r>
              <a:rPr lang="en-IN" b="1" dirty="0"/>
              <a:t>768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Input Features</a:t>
            </a:r>
            <a:r>
              <a:rPr lang="en-IN" b="1" dirty="0">
                <a:solidFill>
                  <a:schemeClr val="bg1"/>
                </a:solidFill>
              </a:rPr>
              <a:t>: </a:t>
            </a:r>
            <a:r>
              <a:rPr lang="en-IN" b="1" dirty="0"/>
              <a:t>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Target Variable</a:t>
            </a:r>
            <a:r>
              <a:rPr lang="en-IN" dirty="0">
                <a:solidFill>
                  <a:schemeClr val="bg1"/>
                </a:solidFill>
              </a:rPr>
              <a:t>: </a:t>
            </a:r>
            <a:r>
              <a:rPr lang="en-IN" sz="2000" b="1" dirty="0"/>
              <a:t>Outcome</a:t>
            </a:r>
            <a:r>
              <a:rPr lang="en-IN" dirty="0"/>
              <a:t> (0 = Non-Diabetic, 1 = Diabetic)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4DD55-C629-1CB2-13E6-49D2A98D1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046481"/>
            <a:ext cx="4732421" cy="440944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Features                            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Pregnancies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Glucose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Blood Pressure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Skin Thickness                         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Insulin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BMI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Diabetes Pedigree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Age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29472E-6F04-FCA5-6C01-E7393333AA4B}"/>
              </a:ext>
            </a:extLst>
          </p:cNvPr>
          <p:cNvSpPr/>
          <p:nvPr/>
        </p:nvSpPr>
        <p:spPr>
          <a:xfrm>
            <a:off x="1251284" y="5110480"/>
            <a:ext cx="9733548" cy="1605280"/>
          </a:xfrm>
          <a:prstGeom prst="roundRect">
            <a:avLst/>
          </a:prstGeom>
          <a:gradFill>
            <a:gsLst>
              <a:gs pos="0">
                <a:srgbClr val="00B0F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55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The dataset contains patient medical information used to train and test the Logistic Regression model for diabetes prediction.</a:t>
            </a:r>
            <a:endParaRPr lang="en-IN" sz="2000" b="1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941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44C2-8C56-AD1F-D217-80D71106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41" y="126124"/>
            <a:ext cx="9399193" cy="6474373"/>
          </a:xfrm>
        </p:spPr>
        <p:txBody>
          <a:bodyPr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en-IN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 </a:t>
            </a:r>
            <a:br>
              <a:rPr lang="en-IN" sz="3600" b="1" dirty="0"/>
            </a:br>
            <a:r>
              <a:rPr lang="en-IN" sz="2800" b="1" dirty="0"/>
              <a:t>📂 Data Collection</a:t>
            </a:r>
            <a:br>
              <a:rPr lang="en-IN" sz="2800" b="1" dirty="0"/>
            </a:br>
            <a:r>
              <a:rPr lang="en-IN" sz="2800" b="1" dirty="0"/>
              <a:t>       ↓</a:t>
            </a:r>
            <a:br>
              <a:rPr lang="en-IN" sz="2800" b="1" dirty="0"/>
            </a:br>
            <a:r>
              <a:rPr lang="en-IN" sz="2800" b="1" dirty="0"/>
              <a:t>🧹Data Preprocessing</a:t>
            </a:r>
            <a:br>
              <a:rPr lang="en-IN" sz="2800" b="1" dirty="0"/>
            </a:br>
            <a:r>
              <a:rPr lang="en-IN" sz="2800" b="1" dirty="0"/>
              <a:t>       ↓</a:t>
            </a:r>
            <a:br>
              <a:rPr lang="en-IN" sz="2800" b="1" dirty="0"/>
            </a:br>
            <a:r>
              <a:rPr lang="en-IN" sz="2800" b="1" dirty="0"/>
              <a:t>📊Feature Scaling</a:t>
            </a:r>
            <a:br>
              <a:rPr lang="en-IN" sz="2800" b="1" dirty="0"/>
            </a:br>
            <a:r>
              <a:rPr lang="en-IN" sz="2800" b="1" dirty="0"/>
              <a:t>       ↓</a:t>
            </a:r>
            <a:br>
              <a:rPr lang="en-IN" sz="2800" b="1" dirty="0"/>
            </a:br>
            <a:r>
              <a:rPr lang="en-IN" sz="2800" b="1" dirty="0"/>
              <a:t>✂️Train-Test Split</a:t>
            </a:r>
            <a:br>
              <a:rPr lang="en-IN" sz="2800" b="1" dirty="0"/>
            </a:br>
            <a:r>
              <a:rPr lang="en-IN" sz="2800" b="1" dirty="0"/>
              <a:t>       ↓</a:t>
            </a:r>
            <a:br>
              <a:rPr lang="en-IN" sz="2800" b="1" dirty="0"/>
            </a:br>
            <a:r>
              <a:rPr lang="en-IN" sz="2400" b="1" dirty="0"/>
              <a:t>🤖Logistic Regression Model</a:t>
            </a:r>
            <a:br>
              <a:rPr lang="en-IN" sz="2800" b="1" dirty="0"/>
            </a:br>
            <a:r>
              <a:rPr lang="en-IN" sz="2800" b="1" dirty="0"/>
              <a:t>       ↓</a:t>
            </a:r>
            <a:br>
              <a:rPr lang="en-IN" sz="2800" b="1" dirty="0"/>
            </a:br>
            <a:r>
              <a:rPr lang="en-IN" sz="2800" b="1" dirty="0"/>
              <a:t>📈</a:t>
            </a:r>
            <a:r>
              <a:rPr lang="en-IN" sz="2400" b="1" dirty="0"/>
              <a:t>Prediction &amp; Evaluation</a:t>
            </a:r>
            <a:br>
              <a:rPr lang="en-IN" sz="2800" b="1" dirty="0"/>
            </a:br>
            <a:endParaRPr lang="en-IN" sz="28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7C76BF-B3C8-8ACA-9C41-840D27334461}"/>
              </a:ext>
            </a:extLst>
          </p:cNvPr>
          <p:cNvSpPr/>
          <p:nvPr/>
        </p:nvSpPr>
        <p:spPr>
          <a:xfrm>
            <a:off x="1975945" y="5633545"/>
            <a:ext cx="7588469" cy="9669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Patient data is processed, scaled, and used to train a Logistic Regression model, which predicts whether a patient is diabetic or non-diabetic.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26AACF-F22F-2FF1-2121-64F9F213A6F2}"/>
              </a:ext>
            </a:extLst>
          </p:cNvPr>
          <p:cNvSpPr/>
          <p:nvPr/>
        </p:nvSpPr>
        <p:spPr>
          <a:xfrm>
            <a:off x="3678621" y="756745"/>
            <a:ext cx="3573517" cy="4939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284D8A-1C04-7E34-A7EE-B9EBFFDF4F94}"/>
              </a:ext>
            </a:extLst>
          </p:cNvPr>
          <p:cNvSpPr/>
          <p:nvPr/>
        </p:nvSpPr>
        <p:spPr>
          <a:xfrm>
            <a:off x="3384331" y="1618593"/>
            <a:ext cx="4025462" cy="4939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E53A61-76CD-2D15-8262-F4FA8D9217AA}"/>
              </a:ext>
            </a:extLst>
          </p:cNvPr>
          <p:cNvSpPr/>
          <p:nvPr/>
        </p:nvSpPr>
        <p:spPr>
          <a:xfrm>
            <a:off x="3678621" y="2375338"/>
            <a:ext cx="3573517" cy="5675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CB81C3-957B-BEA9-DF7C-C057CFE9F34A}"/>
              </a:ext>
            </a:extLst>
          </p:cNvPr>
          <p:cNvSpPr/>
          <p:nvPr/>
        </p:nvSpPr>
        <p:spPr>
          <a:xfrm>
            <a:off x="3846786" y="3205655"/>
            <a:ext cx="3289738" cy="5675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BFA90F-2816-40C4-F3C7-1DA03AA605E8}"/>
              </a:ext>
            </a:extLst>
          </p:cNvPr>
          <p:cNvSpPr/>
          <p:nvPr/>
        </p:nvSpPr>
        <p:spPr>
          <a:xfrm>
            <a:off x="3079531" y="4099034"/>
            <a:ext cx="4593021" cy="4939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7FFC93-CFEB-D1D4-4EBD-AE585F462AC7}"/>
              </a:ext>
            </a:extLst>
          </p:cNvPr>
          <p:cNvSpPr/>
          <p:nvPr/>
        </p:nvSpPr>
        <p:spPr>
          <a:xfrm>
            <a:off x="3263462" y="4918840"/>
            <a:ext cx="4267200" cy="4939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73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594"/>
            <a:ext cx="12391696" cy="695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93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3674"/>
            <a:ext cx="12192000" cy="708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9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2514">
              <a:srgbClr val="F1817F"/>
            </a:gs>
            <a:gs pos="18170">
              <a:srgbClr val="52AED9"/>
            </a:gs>
            <a:gs pos="17000">
              <a:srgbClr val="65A8CE"/>
            </a:gs>
            <a:gs pos="39000">
              <a:srgbClr val="8AADC9">
                <a:alpha val="72000"/>
                <a:lumMod val="93000"/>
              </a:srgbClr>
            </a:gs>
            <a:gs pos="0">
              <a:srgbClr val="00B0F0"/>
            </a:gs>
            <a:gs pos="74000">
              <a:schemeClr val="accent1">
                <a:lumMod val="45000"/>
                <a:lumOff val="55000"/>
              </a:schemeClr>
            </a:gs>
            <a:gs pos="55000">
              <a:schemeClr val="accent1">
                <a:lumMod val="45000"/>
                <a:lumOff val="5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9D2C890-A597-0D0B-3C20-96D87D966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10917" y="679559"/>
            <a:ext cx="2879834" cy="27494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55C4A3-7CBA-C053-FAAB-85F946C1B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Aptos Display" panose="020B0004020202020204" pitchFamily="34" charset="0"/>
              </a:rPr>
              <a:t>Model Training and Prediction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78F8-E06F-9BEB-23CA-2541FF44C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1681655"/>
            <a:ext cx="4396339" cy="4574683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Model Training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Imported the Logistic Regression algorithm.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Split the dataset into 80% Training and 20% Testing.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Applied </a:t>
            </a:r>
            <a:r>
              <a:rPr lang="en-US" b="1" dirty="0" err="1"/>
              <a:t>StandardScaler</a:t>
            </a:r>
            <a:r>
              <a:rPr lang="en-US" b="1" dirty="0"/>
              <a:t> for feature scaling.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Trained the model using the training dataset.</a:t>
            </a: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12158-9255-9339-20D6-9DA7BA980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681654"/>
            <a:ext cx="4396341" cy="4574683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Aptos Display" panose="020B0004020202020204" pitchFamily="34" charset="0"/>
              </a:rPr>
              <a:t> Prediction Process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Patient Data</a:t>
            </a:r>
          </a:p>
          <a:p>
            <a:pPr marL="0" indent="0">
              <a:buNone/>
            </a:pPr>
            <a:r>
              <a:rPr lang="en-US" b="1" dirty="0"/>
              <a:t>              ↓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Feature Scaling</a:t>
            </a:r>
          </a:p>
          <a:p>
            <a:pPr marL="0" indent="0">
              <a:buNone/>
            </a:pPr>
            <a:r>
              <a:rPr lang="en-US" b="1" dirty="0"/>
              <a:t>             ↓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Logistic Regression Model</a:t>
            </a:r>
          </a:p>
          <a:p>
            <a:pPr marL="0" indent="0">
              <a:buNone/>
            </a:pPr>
            <a:r>
              <a:rPr lang="en-US" b="1" dirty="0"/>
              <a:t>             ↓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Prediction</a:t>
            </a:r>
          </a:p>
          <a:p>
            <a:pPr marL="0" indent="0">
              <a:buNone/>
            </a:pPr>
            <a:r>
              <a:rPr lang="en-US" b="1" dirty="0"/>
              <a:t>(Diabetic / Non-Diabetic</a:t>
            </a:r>
            <a:r>
              <a:rPr lang="en-US" dirty="0"/>
              <a:t>)</a:t>
            </a: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2B7E4-A643-CE0B-417E-08DD20F1BA9D}"/>
              </a:ext>
            </a:extLst>
          </p:cNvPr>
          <p:cNvSpPr txBox="1"/>
          <p:nvPr/>
        </p:nvSpPr>
        <p:spPr>
          <a:xfrm>
            <a:off x="1744715" y="5758951"/>
            <a:ext cx="9879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The Logistic Regression model learns patterns from patient health data and predicts whether a patient is diabetic or non-diabetic.</a:t>
            </a:r>
            <a:endParaRPr lang="en-IN" sz="2000" b="1" dirty="0">
              <a:solidFill>
                <a:srgbClr val="0070C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CD6536-6A63-3418-DF56-EC7EEAA18B2C}"/>
              </a:ext>
            </a:extLst>
          </p:cNvPr>
          <p:cNvSpPr/>
          <p:nvPr/>
        </p:nvSpPr>
        <p:spPr>
          <a:xfrm>
            <a:off x="1229710" y="5623034"/>
            <a:ext cx="10100442" cy="9144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541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EB69-3211-65A4-8371-9572B1FB7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31229"/>
            <a:ext cx="10221586" cy="861848"/>
          </a:xfrm>
        </p:spPr>
        <p:txBody>
          <a:bodyPr/>
          <a:lstStyle/>
          <a:p>
            <a:r>
              <a:rPr lang="en-IN" sz="3600" b="1" dirty="0">
                <a:latin typeface="Aptos Display" panose="020B0004020202020204" pitchFamily="34" charset="0"/>
              </a:rPr>
              <a:t>Model Performance (Accuracy + confusion matrix)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09BAC-15B0-CD13-7F9D-9CB28CF6E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760" y="1093077"/>
            <a:ext cx="10899226" cy="56860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Evaluation Metrics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Algorithm : Logistics Regression</a:t>
            </a:r>
            <a:r>
              <a:rPr lang="en-US" dirty="0"/>
              <a:t>. </a:t>
            </a:r>
            <a:br>
              <a:rPr lang="en-US" dirty="0"/>
            </a:br>
            <a:r>
              <a:rPr lang="en-US" b="1" u="sng" dirty="0">
                <a:solidFill>
                  <a:schemeClr val="bg1"/>
                </a:solidFill>
              </a:rPr>
              <a:t>Accuracy Score</a:t>
            </a:r>
            <a:r>
              <a:rPr lang="en-US" u="sng" dirty="0">
                <a:solidFill>
                  <a:schemeClr val="bg1"/>
                </a:solidFill>
              </a:rPr>
              <a:t>:  </a:t>
            </a:r>
            <a:r>
              <a:rPr lang="en-US" sz="2400" b="1" dirty="0">
                <a:latin typeface="Aptos Display" panose="020B0004020202020204" pitchFamily="34" charset="0"/>
              </a:rPr>
              <a:t>Measures the percentage of correctly predicted outcomes.</a:t>
            </a:r>
          </a:p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</a:rPr>
              <a:t>Confusion Matrix:  </a:t>
            </a:r>
            <a:r>
              <a:rPr lang="en-US" sz="2400" b="1" dirty="0">
                <a:latin typeface="Aptos Display" panose="020B0004020202020204" pitchFamily="34" charset="0"/>
              </a:rPr>
              <a:t>Represents correct and incorrect classifications.</a:t>
            </a:r>
          </a:p>
          <a:p>
            <a:pPr marL="0" indent="0">
              <a:buNone/>
            </a:pPr>
            <a:endParaRPr lang="en-US" sz="24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Results: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Aptos Display" panose="020B0004020202020204" pitchFamily="34" charset="0"/>
              </a:rPr>
              <a:t>The Logistic Regression model achieved good classification performance.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Aptos Display" panose="020B0004020202020204" pitchFamily="34" charset="0"/>
              </a:rPr>
              <a:t>It successfully identified diabetic and non-diabetic cases from test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rgbClr val="FFC000"/>
                </a:solidFill>
                <a:latin typeface="Aptos Display" panose="020B0004020202020204" pitchFamily="34" charset="0"/>
              </a:rPr>
              <a:t>Key Findings:</a:t>
            </a:r>
          </a:p>
          <a:p>
            <a:pPr marL="0" indent="0">
              <a:buNone/>
            </a:pPr>
            <a:r>
              <a:rPr lang="en-US" sz="2400" b="1" dirty="0">
                <a:latin typeface="Aptos Display" panose="020B0004020202020204" pitchFamily="34" charset="0"/>
              </a:rPr>
              <a:t>✅ </a:t>
            </a:r>
            <a:r>
              <a:rPr lang="en-US" sz="2400" dirty="0">
                <a:latin typeface="Aptos Display" panose="020B0004020202020204" pitchFamily="34" charset="0"/>
              </a:rPr>
              <a:t>The model provided reliable predictions.</a:t>
            </a:r>
          </a:p>
          <a:p>
            <a:pPr marL="0" indent="0">
              <a:buNone/>
            </a:pPr>
            <a:r>
              <a:rPr lang="en-US" sz="2400" dirty="0">
                <a:latin typeface="Aptos Display" panose="020B0004020202020204" pitchFamily="34" charset="0"/>
              </a:rPr>
              <a:t>✅ Preprocessing and feature scaling improved performance.</a:t>
            </a:r>
          </a:p>
          <a:p>
            <a:pPr marL="0" indent="0">
              <a:buNone/>
            </a:pPr>
            <a:r>
              <a:rPr lang="en-US" sz="2400" dirty="0">
                <a:latin typeface="Aptos Display" panose="020B0004020202020204" pitchFamily="34" charset="0"/>
              </a:rPr>
              <a:t>✅ Logistic Regression is suitable for binary diabetes classification</a:t>
            </a:r>
            <a:r>
              <a:rPr lang="en-US" sz="2400" b="1" dirty="0">
                <a:latin typeface="Aptos Display" panose="020B0004020202020204" pitchFamily="34" charset="0"/>
              </a:rPr>
              <a:t>.</a:t>
            </a:r>
            <a:endParaRPr lang="en-IN" sz="2400" b="1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490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7AB6558E-E116-A8A0-FFCD-081108B45773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44" t="-3484" b="-1"/>
          <a:stretch>
            <a:fillRect/>
          </a:stretch>
        </p:blipFill>
        <p:spPr>
          <a:xfrm>
            <a:off x="369474" y="1371600"/>
            <a:ext cx="3223039" cy="23622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D094C-9BBC-4AF7-D32A-D5B86C29F9C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652463" y="4651513"/>
            <a:ext cx="2940050" cy="834887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Accuracy  score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D34AD959-4C83-E127-BDBF-D0D5DBCEFB2D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" t="5528" r="-36" b="1132"/>
          <a:stretch>
            <a:fillRect/>
          </a:stretch>
        </p:blipFill>
        <p:spPr>
          <a:xfrm>
            <a:off x="3889374" y="904461"/>
            <a:ext cx="3724000" cy="3279913"/>
          </a:xfrm>
          <a:prstGeom prst="roundRect">
            <a:avLst>
              <a:gd name="adj" fmla="val 1858"/>
            </a:avLst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597A0C-13F5-BB98-CF5C-803F881C16CD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3447056" cy="1036877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Confusion Matrix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73B94D84-3964-15D5-93A0-C06031A1F3F9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95" t="948" r="1695" b="-949"/>
          <a:stretch>
            <a:fillRect/>
          </a:stretch>
        </p:blipFill>
        <p:spPr>
          <a:xfrm>
            <a:off x="7910235" y="904461"/>
            <a:ext cx="3723999" cy="3279913"/>
          </a:xfrm>
          <a:prstGeom prst="roundRect">
            <a:avLst>
              <a:gd name="adj" fmla="val 1858"/>
            </a:avLst>
          </a:prstGeom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636E69-E2A2-218C-EAA4-8F4AF7DBD8A0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812157" y="4827208"/>
            <a:ext cx="3822077" cy="103687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heatmap</a:t>
            </a:r>
            <a:endParaRPr lang="en-IN" sz="3200" b="1" dirty="0">
              <a:solidFill>
                <a:schemeClr val="accent1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721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F44DF7-358B-3655-CF90-711080D5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Prediction on New Patient 🧑‍⚕️🤖</a:t>
            </a:r>
            <a:endParaRPr lang="en-IN" sz="3600" b="1" dirty="0">
              <a:solidFill>
                <a:schemeClr val="bg2">
                  <a:lumMod val="60000"/>
                  <a:lumOff val="40000"/>
                </a:schemeClr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7E1A97-F74E-2CD1-D034-15C3E9E1F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992" y="1152939"/>
            <a:ext cx="5171660" cy="5486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000" b="1" u="sng" dirty="0">
                <a:solidFill>
                  <a:schemeClr val="bg1"/>
                </a:solidFill>
              </a:rPr>
              <a:t>Input Patient Data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Aptos Display" panose="020B0004020202020204" pitchFamily="34" charset="0"/>
              </a:rPr>
              <a:t>Pregnancies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Aptos Display" panose="020B0004020202020204" pitchFamily="34" charset="0"/>
              </a:rPr>
              <a:t>Glucose Level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Aptos Display" panose="020B0004020202020204" pitchFamily="34" charset="0"/>
              </a:rPr>
              <a:t>Blood Pressure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Aptos Display" panose="020B0004020202020204" pitchFamily="34" charset="0"/>
              </a:rPr>
              <a:t>Skin Thickness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Aptos Display" panose="020B0004020202020204" pitchFamily="34" charset="0"/>
              </a:rPr>
              <a:t>Insulin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Aptos Display" panose="020B0004020202020204" pitchFamily="34" charset="0"/>
              </a:rPr>
              <a:t>BMI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Aptos Display" panose="020B0004020202020204" pitchFamily="34" charset="0"/>
              </a:rPr>
              <a:t>Diabetes Pedigree Function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900" dirty="0">
                <a:latin typeface="Aptos Display" panose="020B0004020202020204" pitchFamily="34" charset="0"/>
              </a:rPr>
              <a:t>Age</a:t>
            </a:r>
          </a:p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Aptos Display" panose="020B0004020202020204" pitchFamily="34" charset="0"/>
              </a:rPr>
              <a:t>Prediction</a:t>
            </a:r>
          </a:p>
          <a:p>
            <a:pPr marL="0" indent="0">
              <a:buNone/>
            </a:pPr>
            <a:r>
              <a:rPr lang="en-IN" dirty="0">
                <a:latin typeface="Aptos Display" panose="020B0004020202020204" pitchFamily="34" charset="0"/>
              </a:rPr>
              <a:t>Patient data is provided to the trained Logistic Regression model.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ptos Display" panose="020B0004020202020204" pitchFamily="34" charset="0"/>
              </a:rPr>
              <a:t>The model </a:t>
            </a:r>
            <a:r>
              <a:rPr lang="en-IN" dirty="0" err="1">
                <a:latin typeface="Aptos Display" panose="020B0004020202020204" pitchFamily="34" charset="0"/>
              </a:rPr>
              <a:t>analyzes</a:t>
            </a:r>
            <a:r>
              <a:rPr lang="en-IN" dirty="0">
                <a:latin typeface="Aptos Display" panose="020B0004020202020204" pitchFamily="34" charset="0"/>
              </a:rPr>
              <a:t> the input features.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>
                <a:latin typeface="Aptos Display" panose="020B0004020202020204" pitchFamily="34" charset="0"/>
              </a:rPr>
              <a:t>It predicts the outcome as </a:t>
            </a:r>
            <a:r>
              <a:rPr lang="en-IN" b="1" u="sng" dirty="0">
                <a:solidFill>
                  <a:schemeClr val="accent1"/>
                </a:solidFill>
                <a:latin typeface="Aptos Display" panose="020B0004020202020204" pitchFamily="34" charset="0"/>
              </a:rPr>
              <a:t>Diabetic</a:t>
            </a:r>
            <a:r>
              <a:rPr lang="en-IN" b="1" u="sng" dirty="0">
                <a:solidFill>
                  <a:srgbClr val="FFC000"/>
                </a:solidFill>
                <a:latin typeface="Aptos Display" panose="020B0004020202020204" pitchFamily="34" charset="0"/>
              </a:rPr>
              <a:t> or </a:t>
            </a:r>
            <a:r>
              <a:rPr lang="en-IN" b="1" u="sng" dirty="0">
                <a:solidFill>
                  <a:srgbClr val="00B050"/>
                </a:solidFill>
                <a:latin typeface="Aptos Display" panose="020B0004020202020204" pitchFamily="34" charset="0"/>
              </a:rPr>
              <a:t>Non-Diabetic</a:t>
            </a:r>
            <a:endParaRPr lang="en-IN" dirty="0">
              <a:highlight>
                <a:srgbClr val="FFFF00"/>
              </a:highlight>
              <a:latin typeface="Aptos Display" panose="020B00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CC85579-8820-B387-760B-18F5D5C5F7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770" y="1542849"/>
            <a:ext cx="4839119" cy="355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34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CDEE-35E7-7658-B4E7-1E7820C7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latin typeface="Algerian" panose="04020705040A02060702" pitchFamily="82" charset="0"/>
              </a:rPr>
              <a:t>Conclusion and future 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C67701-405B-4832-50AE-00B2F81C8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6471" y="1351724"/>
            <a:ext cx="5042452" cy="53174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Developed a Logistic Regression model for diabetes prediction.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Performed data preprocessing and exploratory data analysis (EDA) to prepare the dataset.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The model achieved good prediction performance on the test dataset.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The system can assist in early diabetes detection and support healthcare professionals in making informed decisions.</a:t>
            </a:r>
            <a:endParaRPr lang="en-IN" sz="2400" dirty="0">
              <a:latin typeface="Aptos Display" panose="020B00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31EEA-8966-D4E3-6FA4-245B7926C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5337" y="1351724"/>
            <a:ext cx="4926428" cy="4904614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Future Scope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Improve prediction accuracy using advanced machine learning and deep learning models.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Develop a web or mobile application for real-time diabetes prediction.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Train the model on larger and more diverse datasets.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Integrate the system with hospital information systems for practical healthcare use.</a:t>
            </a:r>
            <a:endParaRPr lang="en-IN" sz="2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929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9A55-D389-6153-F5A9-4BB9D05A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98" y="1570383"/>
            <a:ext cx="10535411" cy="884582"/>
          </a:xfrm>
          <a:noFill/>
        </p:spPr>
        <p:txBody>
          <a:bodyPr/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chemeClr val="tx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Aptos Display" panose="020B0004020202020204" pitchFamily="34" charset="0"/>
                <a:cs typeface="Times New Roman" panose="02020603050405020304" pitchFamily="18" charset="0"/>
              </a:rPr>
              <a:t>Thank you for your time and attention. </a:t>
            </a:r>
            <a:endParaRPr lang="en-IN" b="1" dirty="0">
              <a:ln>
                <a:solidFill>
                  <a:schemeClr val="accent1"/>
                </a:solidFill>
              </a:ln>
              <a:solidFill>
                <a:schemeClr val="tx1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855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256</TotalTime>
  <Words>623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Aptos Display</vt:lpstr>
      <vt:lpstr>Arial</vt:lpstr>
      <vt:lpstr>Century Gothic</vt:lpstr>
      <vt:lpstr>Wingdings</vt:lpstr>
      <vt:lpstr>Wingdings 3</vt:lpstr>
      <vt:lpstr>Ion</vt:lpstr>
      <vt:lpstr>Diabetes Prediction  using Logistic Regression </vt:lpstr>
      <vt:lpstr>Introduction What is diabetes?  </vt:lpstr>
      <vt:lpstr>Problem Statement &amp; Objectives</vt:lpstr>
      <vt:lpstr>Dataset Description </vt:lpstr>
      <vt:lpstr>Methodology  📂 Data Collection        ↓ 🧹Data Preprocessing        ↓ 📊Feature Scaling        ↓ ✂️Train-Test Split        ↓ 🤖Logistic Regression Model        ↓ 📈Prediction &amp; Evaluation </vt:lpstr>
      <vt:lpstr>PowerPoint Presentation</vt:lpstr>
      <vt:lpstr>PowerPoint Presentation</vt:lpstr>
      <vt:lpstr>Model Training and Prediction </vt:lpstr>
      <vt:lpstr>Model Performance (Accuracy + confusion matrix) </vt:lpstr>
      <vt:lpstr>PowerPoint Presentation</vt:lpstr>
      <vt:lpstr>Prediction on New Patient 🧑‍⚕️🤖</vt:lpstr>
      <vt:lpstr>Conclusion and future scope</vt:lpstr>
      <vt:lpstr>Thank you for your time and attention.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Sujal Rawat</dc:creator>
  <cp:lastModifiedBy>Sujal Rawat</cp:lastModifiedBy>
  <cp:revision>2</cp:revision>
  <dcterms:created xsi:type="dcterms:W3CDTF">2026-07-22T06:32:23Z</dcterms:created>
  <dcterms:modified xsi:type="dcterms:W3CDTF">2026-07-22T14:41:56Z</dcterms:modified>
</cp:coreProperties>
</file>